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SDME Platform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Software Development Document Environment</a:t>
            </a:r>
          </a:p>
          <a:p>
            <a:pPr>
              <a:defRPr sz="1600"/>
            </a:pPr>
            <a:r>
              <a:t>Comprehensive SDM Lifecycle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 SDM Deliverable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Phase 1: Project Initiation &amp; Charter</a:t>
            </a:r>
          </a:p>
          <a:p>
            <a:pPr>
              <a:defRPr sz="1600"/>
            </a:pPr>
            <a:r>
              <a:t>Phase 2: Architecture &amp; Analysis</a:t>
            </a:r>
          </a:p>
          <a:p>
            <a:pPr>
              <a:defRPr sz="1600"/>
            </a:pPr>
            <a:r>
              <a:t>Phase 3-7: Construction, Testing, UAT, Deployment, Maintenance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Maker-Checker &amp; Hard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Maker submits deliverable with 3-char code</a:t>
            </a:r>
          </a:p>
          <a:p>
            <a:pPr>
              <a:defRPr sz="1600"/>
            </a:pPr>
            <a:r>
              <a:t>Checker verifies hard gates and approves</a:t>
            </a:r>
          </a:p>
          <a:p>
            <a:pPr>
              <a:defRPr sz="1600"/>
            </a:pPr>
            <a:r>
              <a:t>AI 4-Agent review provides automated 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